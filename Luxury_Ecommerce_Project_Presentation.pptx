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rawat" userId="4850ecd93dbce3ec" providerId="LiveId" clId="{C0FE0FF2-49ED-4707-B05C-86862093929C}"/>
    <pc:docChg chg="modSld">
      <pc:chgData name="Anurag rawat" userId="4850ecd93dbce3ec" providerId="LiveId" clId="{C0FE0FF2-49ED-4707-B05C-86862093929C}" dt="2026-03-24T09:39:55.059" v="9" actId="20577"/>
      <pc:docMkLst>
        <pc:docMk/>
      </pc:docMkLst>
      <pc:sldChg chg="modSp mod">
        <pc:chgData name="Anurag rawat" userId="4850ecd93dbce3ec" providerId="LiveId" clId="{C0FE0FF2-49ED-4707-B05C-86862093929C}" dt="2026-03-24T09:39:55.059" v="9" actId="20577"/>
        <pc:sldMkLst>
          <pc:docMk/>
          <pc:sldMk cId="0" sldId="256"/>
        </pc:sldMkLst>
        <pc:spChg chg="mod">
          <ac:chgData name="Anurag rawat" userId="4850ecd93dbce3ec" providerId="LiveId" clId="{C0FE0FF2-49ED-4707-B05C-86862093929C}" dt="2026-03-24T09:39:55.059" v="9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073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Project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E-commerce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Rawat | </a:t>
            </a:r>
            <a:r>
              <a:rPr lang="en-US" sz="16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4th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aimed to solve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premium, high-performance e-commerce frontend for luxury products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scalable SPA architecture with clear component boundaries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smooth UX using cinematic visuals and micro-interactions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complex product discovery with fast filtering and sorting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frontend foundation for backend/API integration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Have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implementation work completed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modular React component architecture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global state management using React Context API (ProductContext)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collection page with real-time search, multi-filter and sorting engine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dynamic routing (/product/:id) with deep linking and detail views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interactive product gallery, tabs, cart and checkout UI flows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smooth route-aware section scrolling in Navbar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Features Delivered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outcomes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themed homepage with cinematic hero video background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for mobile, tablet and desktop breakpoints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cards with hover overlays and motion-driven transitions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drawer that can be triggered globally from multiple components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Description/Review tab transitions and fast thumbnail image switching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 interfaces aligned with overall design language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 and supporting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for component development and modern hook-based architecture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for fast HMR, optimized build process and efficient bundling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PostCSS for utility-first responsive design system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v7 for SPA navigation and dynamic route handling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(+ React Spring) for micro-animations and transitions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9 for code quality, hook safety and maintainability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for deployment with CI/CD integration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Highlights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 in the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large-list filtering with useMemo to reduce unnecessary re-renders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useCallback/useEffect for stable handlers and predictable UI behavior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shared state to avoid prop-drilling and improve scalability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cross-route scroll-to-section flow with redirect and timed scroll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architecture ready to migrate from local assets to REST/GraphQL APIs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Quality Assurance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quality was ensured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linting workflow for React hooks and variable safety checks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responsive behavior across multiple breakpoints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cross-browser checks on Chrome, Firefox and Safari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UX smoothness, render performance and clean component separation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Have Learned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personal and technical learning outcomes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from code-first thinking to architecture-first frontend engineering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practical mastery of React hooks for optimization and state control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design scalable UI systems with reusable components and tokens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motion and micro-interactions impact user perception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confidence in build, lint and deployment workflows for production apps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balance visual quality with performance in real projects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and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69848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Advanced Frontend Architecture Complete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journey from product discovery to checkout is implemented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1: Integrate backend APIs and persistent database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2: Add authentication logic and secure payment integration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3: Expand analytics, monitoring and production hardening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463040"/>
            <a:ext cx="1014984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29768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4904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513</Words>
  <Application>Microsoft Office PowerPoint</Application>
  <PresentationFormat>Widescreen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Luxury E-commerce Project Presentation</dc:title>
  <dc:subject>Luxury E-commerce Industrial Project</dc:subject>
  <dc:creator>Anurag Rawat</dc:creator>
  <cp:lastModifiedBy>Anurag rawat</cp:lastModifiedBy>
  <cp:revision>1</cp:revision>
  <dcterms:created xsi:type="dcterms:W3CDTF">2026-03-24T08:14:01Z</dcterms:created>
  <dcterms:modified xsi:type="dcterms:W3CDTF">2026-03-24T09:39:56Z</dcterms:modified>
</cp:coreProperties>
</file>